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4F4B6-2E10-440A-9A5D-A658B7A0F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DF28F4-8AC3-4C92-8CB3-C4E15935A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7DFFA4-B9F5-4392-A314-BC3A8C0B5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3138F2-0BA4-4437-9BED-8EF03985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D87748-035E-49E8-89F5-096466EE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09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9F0D9-6B55-413B-9590-2807C505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3CFD32-35AE-4A05-9218-0B0A582C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1A52C-B60F-4282-A7B6-C4910030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685C66-2130-44D2-A78D-15F834B0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B74303-995C-4D93-9408-2A109EAB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40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D1713-370F-4C33-83F5-D0EF859A3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17C834-2168-4FAD-B4E6-7D45EA434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084DF5-50CB-4C88-ADFF-820DE8FF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C0FA9-E9E5-4C24-93CB-D34B2671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8E2F93-115A-4974-BEDA-B398AA54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6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1B91B-9848-46B9-A9B0-9E94495B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BD10B-F997-4FC0-A1E5-A77869E45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2AB186-004A-4BC8-8569-1FC5B965B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42B510-33BE-4318-9F95-595F79CB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EC1C97-E7D9-4B6A-B46C-24245B2D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510DCB-F76D-4DC4-98E4-DB701521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58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D1DD7-0E13-4B45-BBBD-08BAE5CF6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015FBA-2F77-4818-A0E3-C4D2E9E6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7B86B1-D5AE-425C-82D9-71F6288E3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885B16-62DD-498A-BC24-EA4ACA961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91722C-FE37-4A11-86C9-89661B7A9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A1E177-76DA-4387-8B3E-232D371F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E559E3-690D-4824-AE4D-D527BA6B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9589A5B-7F21-4264-8459-AB759C10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04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9429D-8D8B-4F61-9C0A-9A895F75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ADD78D-B071-4208-BFA4-EAE75873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B892931-5746-456F-8662-CDDC69E9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1308D2-614F-4DF2-BA84-624B3099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485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7CAF69-4324-477D-A646-A85CD2AE2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55160D-9F4F-478A-A264-5332C8EE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066902-9966-4C9D-AB96-DF46E5F2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25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CFA71-4646-4F1B-BD5F-9FFBFC6E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36A5A2-7905-48C8-B5E3-FA12EBA7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823869-3E5F-4F26-96D3-85F295DB8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C4A924-B27D-4ED3-9D45-4806A652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2B8561-0094-4744-A6B4-E56AF6FA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8AC693-3A10-4116-99D7-FDE733F1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46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A9F0C-E7A2-44E1-BD4E-9078A09D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C2A6DC-8295-42C4-AD87-2A3331A29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53513C-96E9-4318-A202-13DE1A896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5DAD7A-C1A0-499B-BD90-8B1A5F38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AF64E8-4D55-466A-B76A-64A7B166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B69DC1-88CC-4CDF-8015-0BC2CA7A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45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AD0C4-2FEE-4A44-B83C-1648DAAA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14A38F-2E38-4603-A756-469F6DCC2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3BE1F-BFBF-47B8-B3B8-32FC56BD2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E3DA8-EA46-4F0D-9D17-90A5E9C0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652183-C77A-4622-B7CB-E36B6E1B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19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992274-C634-4448-B00A-53872AC67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A06CC-16CC-4513-94E1-4DDAF5DC7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8E1EAE-8020-4170-ABA2-2130B9C0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980484-8891-496E-A9FA-E197D111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1A7C25-24B3-41D7-9874-197D531A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900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4A40F4-B6F7-4680-AEAB-F3C8FF0A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4F6E81-5669-4E48-9E5B-65A4CF3D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34658B-092F-4B70-A9F9-A3E1D26B6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56DAE-DE65-45A2-9611-7B1F4B842F50}" type="datetimeFigureOut">
              <a:rPr lang="pt-BR" smtClean="0"/>
              <a:t>07/09/2025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480E84-15D9-4AF8-964E-3B463FEC8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15FEBC-D16E-4EBE-8080-7DE481A1F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98F54-6B02-429E-95E8-C27F58FE68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98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35F0160-2FC7-4FEA-83AC-99D1E5F48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025" y="1118519"/>
            <a:ext cx="8346140" cy="403618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2B1CFDE-B3A6-43F4-8973-B66512BACDA6}"/>
              </a:ext>
            </a:extLst>
          </p:cNvPr>
          <p:cNvSpPr txBox="1"/>
          <p:nvPr/>
        </p:nvSpPr>
        <p:spPr>
          <a:xfrm>
            <a:off x="681318" y="5154706"/>
            <a:ext cx="1095487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EXCELÊNCIA NO ATENDIMENTO PARA GARÇONS</a:t>
            </a:r>
          </a:p>
        </p:txBody>
      </p:sp>
    </p:spTree>
    <p:extLst>
      <p:ext uri="{BB962C8B-B14F-4D97-AF65-F5344CB8AC3E}">
        <p14:creationId xmlns:p14="http://schemas.microsoft.com/office/powerpoint/2010/main" val="339457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9101FF-8F82-4EA1-90B9-3EB4D08CFB81}"/>
              </a:ext>
            </a:extLst>
          </p:cNvPr>
          <p:cNvSpPr txBox="1"/>
          <p:nvPr/>
        </p:nvSpPr>
        <p:spPr>
          <a:xfrm>
            <a:off x="1999129" y="3231776"/>
            <a:ext cx="8650942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/>
              <a:t>O QUE É EXCELÊNCIA NO ATENDIMENTO?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397995-8BA6-4F9C-9C57-B56BD2A8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29" y="1555095"/>
            <a:ext cx="5298141" cy="13811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AB16C86-A68B-4C7A-8688-A858A0BA4672}"/>
              </a:ext>
            </a:extLst>
          </p:cNvPr>
          <p:cNvSpPr txBox="1"/>
          <p:nvPr/>
        </p:nvSpPr>
        <p:spPr>
          <a:xfrm>
            <a:off x="1936376" y="4267217"/>
            <a:ext cx="89288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É a capacidade de oferecer ao cliente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muito mais do que um serviço correto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— é proporcionar uma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experiência positiva, acolhedora e memorável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em cada interação.</a:t>
            </a:r>
          </a:p>
        </p:txBody>
      </p:sp>
    </p:spTree>
    <p:extLst>
      <p:ext uri="{BB962C8B-B14F-4D97-AF65-F5344CB8AC3E}">
        <p14:creationId xmlns:p14="http://schemas.microsoft.com/office/powerpoint/2010/main" val="198682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9101FF-8F82-4EA1-90B9-3EB4D08CFB81}"/>
              </a:ext>
            </a:extLst>
          </p:cNvPr>
          <p:cNvSpPr txBox="1"/>
          <p:nvPr/>
        </p:nvSpPr>
        <p:spPr>
          <a:xfrm>
            <a:off x="1102659" y="2669116"/>
            <a:ext cx="9699812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/>
              <a:t>O QUE É EXCELÊNCIA NO ATENDIMENTO NO CONTEXTO DE GARÇOM?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B16C86-A68B-4C7A-8688-A858A0BA4672}"/>
              </a:ext>
            </a:extLst>
          </p:cNvPr>
          <p:cNvSpPr txBox="1"/>
          <p:nvPr/>
        </p:nvSpPr>
        <p:spPr>
          <a:xfrm>
            <a:off x="896471" y="4267217"/>
            <a:ext cx="996875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É servir com </a:t>
            </a:r>
            <a:r>
              <a:rPr 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atenção, empatia, agilidade e cordialidade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antecipando as necessidades do cliente e demonstrando verdadeiro interesse pelo seu bem-estar durante toda a permanência no estabelecimento..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D4B8FF-D269-47C1-B963-E2E1369C0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211" y="528679"/>
            <a:ext cx="7915835" cy="194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40B6F06-1E51-4983-B640-F4090F9F6B01}"/>
              </a:ext>
            </a:extLst>
          </p:cNvPr>
          <p:cNvSpPr txBox="1"/>
          <p:nvPr/>
        </p:nvSpPr>
        <p:spPr>
          <a:xfrm>
            <a:off x="636493" y="779930"/>
            <a:ext cx="1044388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Compreender o valor do atendimento como </a:t>
            </a:r>
          </a:p>
          <a:p>
            <a:r>
              <a:rPr lang="pt-BR" sz="3600" b="1" dirty="0"/>
              <a:t>parte fundamental da experiência do cliente</a:t>
            </a:r>
          </a:p>
          <a:p>
            <a:endParaRPr lang="pt-BR" b="1" dirty="0"/>
          </a:p>
          <a:p>
            <a:r>
              <a:rPr lang="pt-BR" b="1" dirty="0"/>
              <a:t>📌 O que significa?</a:t>
            </a:r>
          </a:p>
          <a:p>
            <a:endParaRPr lang="pt-BR" sz="2400" dirty="0"/>
          </a:p>
          <a:p>
            <a:pPr algn="just"/>
            <a:r>
              <a:rPr lang="pt-BR" sz="2800" dirty="0"/>
              <a:t>Significa entender que </a:t>
            </a:r>
            <a:r>
              <a:rPr lang="pt-BR" sz="2800" b="1" dirty="0"/>
              <a:t>o atendimento não é apenas um serviço técnico</a:t>
            </a:r>
            <a:r>
              <a:rPr lang="pt-BR" sz="2800" dirty="0"/>
              <a:t>, como levar um prato até a mesa ou anotar um pedido corretamente. O atendimento é uma </a:t>
            </a:r>
            <a:r>
              <a:rPr lang="pt-BR" sz="2800" b="1" dirty="0"/>
              <a:t>parte essencial da experiência emocional e sensorial do cliente</a:t>
            </a:r>
            <a:r>
              <a:rPr lang="pt-BR" sz="2800" dirty="0"/>
              <a:t> dentro do restaurante.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9A4095-D6B7-4B9B-8842-48FDC1D3DC3A}"/>
              </a:ext>
            </a:extLst>
          </p:cNvPr>
          <p:cNvSpPr txBox="1"/>
          <p:nvPr/>
        </p:nvSpPr>
        <p:spPr>
          <a:xfrm>
            <a:off x="636492" y="4715434"/>
            <a:ext cx="10443883" cy="156966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just"/>
            <a:r>
              <a:rPr lang="pt-BR" sz="3200" dirty="0">
                <a:solidFill>
                  <a:srgbClr val="001D35"/>
                </a:solidFill>
                <a:latin typeface="Google Sans"/>
              </a:rPr>
              <a:t>D</a:t>
            </a:r>
            <a:r>
              <a:rPr lang="pt-BR" sz="3200" dirty="0"/>
              <a:t>eve ser uma interação acolhedora, atenta e profissional, focada em proporcionar uma ótima experiência gastronômica que transcende a simples entrega do pedido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9240082-548B-46EA-B554-9F788251F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5364" y="276939"/>
            <a:ext cx="2537012" cy="232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8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749E664-81C5-4238-8CEB-154580F705F9}"/>
              </a:ext>
            </a:extLst>
          </p:cNvPr>
          <p:cNvSpPr txBox="1"/>
          <p:nvPr/>
        </p:nvSpPr>
        <p:spPr>
          <a:xfrm>
            <a:off x="932329" y="843677"/>
            <a:ext cx="1065007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🍽️ Vamos a um exemplo prático:</a:t>
            </a:r>
          </a:p>
          <a:p>
            <a:pPr algn="just"/>
            <a:r>
              <a:rPr lang="pt-BR" sz="2400" dirty="0"/>
              <a:t>Imagine dois restaurantes com a </a:t>
            </a:r>
            <a:r>
              <a:rPr lang="pt-BR" sz="2400" b="1" dirty="0"/>
              <a:t>mesma comida deliciosa: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                          No primeiro, o garçom é frio, demora a atender, não olha nos olhos e</a:t>
            </a:r>
          </a:p>
          <a:p>
            <a:pPr algn="just"/>
            <a:r>
              <a:rPr lang="pt-BR" sz="2400" dirty="0"/>
              <a:t>                          parece apressado.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                          No segundo, o garçom sorri, é atencioso, conhece o cardápio e trata o</a:t>
            </a:r>
          </a:p>
          <a:p>
            <a:pPr algn="just"/>
            <a:r>
              <a:rPr lang="pt-BR" sz="2400" dirty="0"/>
              <a:t>                           cliente pelo nome.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Mesmo que a comida seja igual, </a:t>
            </a:r>
            <a:r>
              <a:rPr lang="pt-BR" sz="2400" b="1" dirty="0"/>
              <a:t>a experiência é completamente diferente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Resultado</a:t>
            </a:r>
            <a:r>
              <a:rPr lang="pt-BR" sz="2400" b="1" dirty="0"/>
              <a:t>:</a:t>
            </a:r>
            <a:r>
              <a:rPr lang="pt-BR" sz="2400" dirty="0"/>
              <a:t> O cliente se sente melhor atendido no segundo local — </a:t>
            </a:r>
            <a:r>
              <a:rPr lang="pt-BR" sz="2400" b="1" dirty="0"/>
              <a:t>e provavelmente vai voltar lá, indicar aos amigos, deixar uma boa avaliação ou até pagar mais por isso.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46C400-0563-46D4-A493-3035A8D9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58" y="2913529"/>
            <a:ext cx="1613647" cy="9605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66971AC-8CF0-4C90-8F2F-C218B650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026" y="1773669"/>
            <a:ext cx="1348909" cy="96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4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6855A0E-F193-4F45-B463-A78B3E3F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330" y="1128712"/>
            <a:ext cx="6562164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50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270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5</cp:revision>
  <dcterms:created xsi:type="dcterms:W3CDTF">2025-09-07T17:22:36Z</dcterms:created>
  <dcterms:modified xsi:type="dcterms:W3CDTF">2025-09-07T19:07:30Z</dcterms:modified>
</cp:coreProperties>
</file>